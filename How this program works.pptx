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3" r:id="rId4"/>
    <p:sldId id="262" r:id="rId5"/>
    <p:sldId id="265" r:id="rId6"/>
    <p:sldId id="266" r:id="rId7"/>
    <p:sldId id="267" r:id="rId8"/>
    <p:sldId id="268" r:id="rId9"/>
    <p:sldId id="269" r:id="rId10"/>
    <p:sldId id="271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5C820-E233-426F-A239-DE8A97D71CFE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45D29-1DB7-4DCB-B63D-72376A41B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8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45D29-1DB7-4DCB-B63D-72376A41BA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2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129D7-F572-42FE-9F64-A67C718F5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199E99-57C3-455C-9EC4-C1726D5D4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886AA-B905-4AB3-A228-5E584604C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51EF2-4A8A-4669-BC82-52F2356BE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68E59-0FAF-490A-AC97-D1186619C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69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4119-8435-466A-95AE-214B0CD4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6FE13-ABD9-445A-90C2-1B032C5F5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1403E-32C8-481B-BBEC-4358FC45F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FB81C-5820-410A-94FF-3E3FEA5D2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EF38F-321A-487E-A39F-2A5CD8B2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6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B98A3-3D1D-4339-A695-5B4D3DDC5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C994C-677E-4158-830A-DE558DBF3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0A40E-464A-43EB-ABBA-86064BD5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CA46-1974-45F4-AA3B-858E45B2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6BCC8-CC93-4AD4-99F6-1F11F5FB3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0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D7F0-13FB-491F-B26F-20DF81E66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5E52A-C01B-431D-B3CD-9283A3E7E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72A87-1486-4457-8F87-0DC1E7075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4BEF8-D342-427C-B964-15A2B92EE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F9E0A-5492-40DD-B07D-14E444EA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A8144-03D1-4BAD-81E3-8A2F5A48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70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5C5F-C022-4865-9AAF-F0F95CFB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20E80-F720-4134-810D-837F2F548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F77A7-397F-40AB-A801-F791F53F3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9AEE4-46A1-49B2-848B-FE9F454EC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C8781F-68B3-478D-A14D-0225D9AACC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0DF120-9C50-4E1E-A229-09E8BE5DD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D40563-10C9-40ED-AD72-38C356228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1DDDF9-F076-4EFC-BF76-2955AF6C7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708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2EAEA-033C-44DB-8EE1-14AD3DDF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7541A-7171-426A-94CF-7C842661F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63DDF-00B1-4457-B22A-29357196C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D95D8-8ACD-4BD3-AEAA-5870328C0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34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060719-F8FA-4F50-B844-5FD997FF3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B768B-D90D-4263-B996-6A4708D8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3517F-69C9-4F2E-8F56-BADCB69F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57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188CB-C488-42A9-B662-AC045C79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991E7-2CAD-45C9-8BCE-0A4F2CAD8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1DB82-972B-44BA-A199-65DC7CE87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DA4AD4-751E-44C5-9B5F-A02C0E542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924BB-E81A-46F9-869B-1FEE31B1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D72B7-9BED-4499-ADC0-D6D6D7EA1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2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E65D-C7AB-4C5C-83F8-AB47F394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8570E-2F04-473A-8264-9D174E231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AA718-1D04-44E1-B442-21FE6654A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7283B-0282-48F3-BF98-50E126CF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E9897-9BB9-4D9D-9C28-586EE393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935B-29A3-4217-8ABF-D8DF35E6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55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A976-1AD9-48AC-BCB9-F2975A9F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331BF8-83F2-4EF4-BFA6-D0C825FC4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F101C-A2CF-442E-901E-E732291A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E8DE7-84AF-4997-B235-F66EC3D0F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F928C-4ACC-4F2E-B61B-9ABEBB52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269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720FB1-16F0-46DB-B5A0-119D91B3B2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D2A10-0939-444B-A930-EC642FEC8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BE56F-D521-4F77-A10B-4A8784CE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82B46-0ED3-4F0E-9B08-978836616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A917B-AEF2-48B6-B1EF-2D0F27EFD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17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8BC68-405B-4E19-933D-6146B4B2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6C64E-D29B-46DB-A90F-E4E5FD3E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E77DB-7EF4-4318-A914-1F9165954D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29F75-8A78-43C1-8382-757660E0699A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B22CD-8548-4714-9F89-70B20CCAF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18623-AF14-44E6-A93A-E8E0D92B8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5D4AB-D4CC-4467-A075-66FDD72D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93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D867C7-FB29-424E-99E4-5FFD6950E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8798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EF2E83-94C1-4362-ABD1-BC403875B847}"/>
              </a:ext>
            </a:extLst>
          </p:cNvPr>
          <p:cNvSpPr txBox="1"/>
          <p:nvPr/>
        </p:nvSpPr>
        <p:spPr>
          <a:xfrm>
            <a:off x="645994" y="2755061"/>
            <a:ext cx="109000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bg1"/>
                </a:solidFill>
              </a:rPr>
              <a:t>اجرا برنامه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567FE-4F90-4F58-8E8B-4D83BCC674C0}"/>
              </a:ext>
            </a:extLst>
          </p:cNvPr>
          <p:cNvSpPr txBox="1"/>
          <p:nvPr/>
        </p:nvSpPr>
        <p:spPr>
          <a:xfrm>
            <a:off x="4746170" y="3462947"/>
            <a:ext cx="269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solidFill>
                  <a:schemeClr val="bg1"/>
                </a:solidFill>
              </a:rPr>
              <a:t>ساخته شده توسط : عرفان نمکی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333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EEF205CE-7187-49EB-8FAE-54B5DCB8F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DD77C4-E9F3-4499-8138-0B1B31126BA5}"/>
              </a:ext>
            </a:extLst>
          </p:cNvPr>
          <p:cNvSpPr txBox="1"/>
          <p:nvPr/>
        </p:nvSpPr>
        <p:spPr>
          <a:xfrm>
            <a:off x="6016975" y="593334"/>
            <a:ext cx="5664591" cy="1569660"/>
          </a:xfrm>
          <a:prstGeom prst="rect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2400" dirty="0">
                <a:solidFill>
                  <a:srgbClr val="FF0000"/>
                </a:solidFill>
              </a:rPr>
              <a:t>1.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fa-IR" sz="2400" dirty="0">
                <a:solidFill>
                  <a:srgbClr val="FF0000"/>
                </a:solidFill>
              </a:rPr>
              <a:t> نصب فایل فونت "</a:t>
            </a:r>
            <a:r>
              <a:rPr lang="en-US" sz="2400" dirty="0">
                <a:solidFill>
                  <a:srgbClr val="FF0000"/>
                </a:solidFill>
              </a:rPr>
              <a:t>Vazirmatn-Regular.ttf</a:t>
            </a:r>
            <a:r>
              <a:rPr lang="fa-IR" sz="2400" dirty="0">
                <a:solidFill>
                  <a:srgbClr val="FF0000"/>
                </a:solidFill>
              </a:rPr>
              <a:t>" موجود در پوشه برنامه</a:t>
            </a:r>
          </a:p>
          <a:p>
            <a:pPr algn="ctr" rtl="1"/>
            <a:r>
              <a:rPr lang="fa-IR" sz="2400" dirty="0">
                <a:solidFill>
                  <a:srgbClr val="FF0000"/>
                </a:solidFill>
              </a:rPr>
              <a:t>2. اولین ورود به برنامه به صورت کاربر ادمین و با نام کاربری و رمز عبور </a:t>
            </a:r>
            <a:r>
              <a:rPr lang="en-US" sz="2400" dirty="0">
                <a:solidFill>
                  <a:srgbClr val="FF0000"/>
                </a:solidFill>
              </a:rPr>
              <a:t>admin/admin</a:t>
            </a:r>
          </a:p>
        </p:txBody>
      </p:sp>
      <p:sp>
        <p:nvSpPr>
          <p:cNvPr id="9" name="Arrow: Bent 8">
            <a:extLst>
              <a:ext uri="{FF2B5EF4-FFF2-40B4-BE49-F238E27FC236}">
                <a16:creationId xmlns:a16="http://schemas.microsoft.com/office/drawing/2014/main" id="{A77CDC5C-2D60-4608-A6F9-0F1B2A467E3C}"/>
              </a:ext>
            </a:extLst>
          </p:cNvPr>
          <p:cNvSpPr/>
          <p:nvPr/>
        </p:nvSpPr>
        <p:spPr>
          <a:xfrm rot="10800000">
            <a:off x="5641373" y="2479631"/>
            <a:ext cx="2475915" cy="2449654"/>
          </a:xfrm>
          <a:prstGeom prst="bentArrow">
            <a:avLst>
              <a:gd name="adj1" fmla="val 32692"/>
              <a:gd name="adj2" fmla="val 25000"/>
              <a:gd name="adj3" fmla="val 25000"/>
              <a:gd name="adj4" fmla="val 59686"/>
            </a:avLst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28248C-F58F-47E5-B02B-39180C06C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847" y="2253077"/>
            <a:ext cx="4270418" cy="398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360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D867C7-FB29-424E-99E4-5FFD6950E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16F2E5-F8DB-41E3-A154-1C585D21030E}"/>
              </a:ext>
            </a:extLst>
          </p:cNvPr>
          <p:cNvSpPr txBox="1"/>
          <p:nvPr/>
        </p:nvSpPr>
        <p:spPr>
          <a:xfrm>
            <a:off x="7277099" y="6426606"/>
            <a:ext cx="3245533" cy="26161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 rtl="1"/>
            <a:r>
              <a:rPr lang="fa-IR" sz="1100" dirty="0">
                <a:solidFill>
                  <a:srgbClr val="FF0000"/>
                </a:solidFill>
              </a:rPr>
              <a:t>جا به جا شدن بین صفحات در صورت وجود بیش از 15 سطر داده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07CE77-D41F-48AE-9255-D6DCB0ABCC7E}"/>
              </a:ext>
            </a:extLst>
          </p:cNvPr>
          <p:cNvSpPr txBox="1"/>
          <p:nvPr/>
        </p:nvSpPr>
        <p:spPr>
          <a:xfrm>
            <a:off x="952499" y="6478164"/>
            <a:ext cx="1333501" cy="26161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100" dirty="0">
                <a:solidFill>
                  <a:srgbClr val="FF0000"/>
                </a:solidFill>
              </a:rPr>
              <a:t>شماره صفحه حال حاضر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01D2C-70C5-4E0F-AADB-6F8B01114066}"/>
              </a:ext>
            </a:extLst>
          </p:cNvPr>
          <p:cNvSpPr txBox="1"/>
          <p:nvPr/>
        </p:nvSpPr>
        <p:spPr>
          <a:xfrm>
            <a:off x="4650377" y="418055"/>
            <a:ext cx="2164444" cy="26161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100" dirty="0">
                <a:solidFill>
                  <a:srgbClr val="FF0000"/>
                </a:solidFill>
              </a:rPr>
              <a:t>بخش مدیریت قابل دسترسی فقط برای ادمین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B8682E4E-FB1C-4167-AB6D-12BBC65AA7D4}"/>
              </a:ext>
            </a:extLst>
          </p:cNvPr>
          <p:cNvSpPr/>
          <p:nvPr/>
        </p:nvSpPr>
        <p:spPr>
          <a:xfrm>
            <a:off x="4348299" y="443445"/>
            <a:ext cx="266700" cy="213360"/>
          </a:xfrm>
          <a:prstGeom prst="lef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E9F132-FBE1-40BE-9DA8-E2D7B991BD86}"/>
              </a:ext>
            </a:extLst>
          </p:cNvPr>
          <p:cNvSpPr txBox="1"/>
          <p:nvPr/>
        </p:nvSpPr>
        <p:spPr>
          <a:xfrm>
            <a:off x="9423055" y="3429000"/>
            <a:ext cx="1797549" cy="43088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100" dirty="0">
                <a:solidFill>
                  <a:srgbClr val="FF0000"/>
                </a:solidFill>
              </a:rPr>
              <a:t>ردیف عملیات های ویرایش و حذف</a:t>
            </a:r>
            <a:br>
              <a:rPr lang="fa-IR" sz="1100" dirty="0">
                <a:solidFill>
                  <a:srgbClr val="FF0000"/>
                </a:solidFill>
              </a:rPr>
            </a:br>
            <a:r>
              <a:rPr lang="fa-IR" sz="1100" dirty="0">
                <a:solidFill>
                  <a:srgbClr val="FF0000"/>
                </a:solidFill>
              </a:rPr>
              <a:t>فعال / غیرفعال شونده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A0110133-454C-400A-BD9B-96F218D8C174}"/>
              </a:ext>
            </a:extLst>
          </p:cNvPr>
          <p:cNvSpPr/>
          <p:nvPr/>
        </p:nvSpPr>
        <p:spPr>
          <a:xfrm rot="5400000" flipH="1">
            <a:off x="11300460" y="3388004"/>
            <a:ext cx="350520" cy="230582"/>
          </a:xfrm>
          <a:prstGeom prst="bentArrow">
            <a:avLst>
              <a:gd name="adj1" fmla="val 30508"/>
              <a:gd name="adj2" fmla="val 33950"/>
              <a:gd name="adj3" fmla="val 25000"/>
              <a:gd name="adj4" fmla="val 7679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AE6D1-EB55-4690-A4C6-2B369C5123AC}"/>
              </a:ext>
            </a:extLst>
          </p:cNvPr>
          <p:cNvSpPr txBox="1"/>
          <p:nvPr/>
        </p:nvSpPr>
        <p:spPr>
          <a:xfrm>
            <a:off x="3991429" y="4304971"/>
            <a:ext cx="4209142" cy="461666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200" dirty="0">
                <a:solidFill>
                  <a:srgbClr val="FF0000"/>
                </a:solidFill>
              </a:rPr>
              <a:t>صفحه اصلی برنامه حاوی لیستی از اطلاعات ثبت شده با قابلیت مرتب سازی سریع با کلیک روی نام هر ستون و...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141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F18741-35E4-44DE-9DE3-635D4AB00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482E66-C118-4F38-8826-B764C2014AAE}"/>
              </a:ext>
            </a:extLst>
          </p:cNvPr>
          <p:cNvSpPr txBox="1"/>
          <p:nvPr/>
        </p:nvSpPr>
        <p:spPr>
          <a:xfrm>
            <a:off x="4636006" y="3630414"/>
            <a:ext cx="4209142" cy="73866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منویی که پس از فشردن گزینه ثبت نام جدید باز میشه و از درست بودن فرمت اطلاعات ورودی و خالی نبودن فیلد ها اطمینان حاصل میکند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029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A9C37F-5722-4C58-960C-EAAFBF099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0A8456-337A-429E-8B4E-839A0287EEBB}"/>
              </a:ext>
            </a:extLst>
          </p:cNvPr>
          <p:cNvSpPr txBox="1"/>
          <p:nvPr/>
        </p:nvSpPr>
        <p:spPr>
          <a:xfrm>
            <a:off x="3331862" y="3059668"/>
            <a:ext cx="4209142" cy="52322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سیستم جستجو سریع در بین اطلاعات لیست شده با قابلیت فیلتر و محدود کردن محدوده جستجو به صورت منوی بازشو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486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4DEA59-7946-4CD2-A480-7D5F52415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27B60B-A4DF-4603-BF3A-FAF9084328F2}"/>
              </a:ext>
            </a:extLst>
          </p:cNvPr>
          <p:cNvSpPr txBox="1"/>
          <p:nvPr/>
        </p:nvSpPr>
        <p:spPr>
          <a:xfrm>
            <a:off x="303850" y="3623873"/>
            <a:ext cx="3893396" cy="73866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باز شدن منوی انختاب دوره برای مواردی که دوره ای براشون انتخاب نشده با استفاده از دابل کلیک بر متن مشخص شده در کد دوره سطر مورد نظر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7EA1BAAC-E15A-4ED8-9930-15A965A5DE34}"/>
              </a:ext>
            </a:extLst>
          </p:cNvPr>
          <p:cNvSpPr/>
          <p:nvPr/>
        </p:nvSpPr>
        <p:spPr>
          <a:xfrm rot="7072023">
            <a:off x="2872141" y="3272337"/>
            <a:ext cx="266700" cy="213360"/>
          </a:xfrm>
          <a:prstGeom prst="lef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8352B-DBDB-49B5-83A9-CC5FB44BA932}"/>
              </a:ext>
            </a:extLst>
          </p:cNvPr>
          <p:cNvSpPr txBox="1"/>
          <p:nvPr/>
        </p:nvSpPr>
        <p:spPr>
          <a:xfrm>
            <a:off x="7716009" y="3654805"/>
            <a:ext cx="1885191" cy="73866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انتخاب دوره مورد نظر نیز با دابل کلیک بر دوره مورد نظر انجام میگیرد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46E76F91-2373-4B43-AB61-07972DE53CA4}"/>
              </a:ext>
            </a:extLst>
          </p:cNvPr>
          <p:cNvSpPr/>
          <p:nvPr/>
        </p:nvSpPr>
        <p:spPr>
          <a:xfrm rot="16200000">
            <a:off x="6791759" y="3341949"/>
            <a:ext cx="738663" cy="812799"/>
          </a:xfrm>
          <a:prstGeom prst="bentArrow">
            <a:avLst>
              <a:gd name="adj1" fmla="val 16753"/>
              <a:gd name="adj2" fmla="val 20195"/>
              <a:gd name="adj3" fmla="val 25000"/>
              <a:gd name="adj4" fmla="val 7679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49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001674-CF9B-499B-B77C-A2DCDDB17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75CDD5-5EA2-4327-9BED-D890CF8C0200}"/>
              </a:ext>
            </a:extLst>
          </p:cNvPr>
          <p:cNvSpPr txBox="1"/>
          <p:nvPr/>
        </p:nvSpPr>
        <p:spPr>
          <a:xfrm>
            <a:off x="2691567" y="3675743"/>
            <a:ext cx="3404433" cy="52322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صفحه پرینت مستقیم گزارش لیست ثبت شده که پس از زدن گزینه پرینت توسط ادمین باز میشود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31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15012E-FE29-44A5-931E-658463D49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97C096-B821-4E53-97ED-4824059E95F5}"/>
              </a:ext>
            </a:extLst>
          </p:cNvPr>
          <p:cNvSpPr txBox="1"/>
          <p:nvPr/>
        </p:nvSpPr>
        <p:spPr>
          <a:xfrm>
            <a:off x="601510" y="4009572"/>
            <a:ext cx="3404433" cy="52322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ایجاد پی دی اف از گزارش لیست ثبت شده در محل دلخواه کاربر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094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4E7613-F193-4490-AE0A-14338210F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437101-A187-431E-8A5B-0D3699F820FC}"/>
              </a:ext>
            </a:extLst>
          </p:cNvPr>
          <p:cNvSpPr txBox="1"/>
          <p:nvPr/>
        </p:nvSpPr>
        <p:spPr>
          <a:xfrm>
            <a:off x="3251200" y="6099629"/>
            <a:ext cx="5689600" cy="52322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صفحات مدیریت کاربران و دوره ها برای ادمین با قابلیت های جستجوی سریع، ویرایش و حذف (با راسک کلیک بر سلول عملیات سطر مورد نظر) و افزودن موارد جدید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381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9C8114-9D71-4147-89A2-C63FBBAEA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04CDE5-C9BB-4583-99B3-40259CCD6995}"/>
              </a:ext>
            </a:extLst>
          </p:cNvPr>
          <p:cNvSpPr txBox="1"/>
          <p:nvPr/>
        </p:nvSpPr>
        <p:spPr>
          <a:xfrm>
            <a:off x="6096000" y="3566291"/>
            <a:ext cx="5689600" cy="52322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باز شدن منوی دسترسی به گزینه های حذف و ویرایش با راست کلیک بر سلول عملیات سطر مورد نظر برای ادمین 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002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9C8114-9D71-4147-89A2-C63FBBAEA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5E24BD-6A37-4D0B-B661-F766FE957C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936" y="1463570"/>
            <a:ext cx="3477094" cy="44827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1527D6-BE4E-4344-87F7-4C8656EC17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68" y="2422044"/>
            <a:ext cx="3886200" cy="35242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FD1CBA-0B09-4814-9DFE-F6BEF454BA51}"/>
              </a:ext>
            </a:extLst>
          </p:cNvPr>
          <p:cNvSpPr txBox="1"/>
          <p:nvPr/>
        </p:nvSpPr>
        <p:spPr>
          <a:xfrm>
            <a:off x="8179009" y="3323402"/>
            <a:ext cx="3622623" cy="52322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باز شدن منوی های ویرایش اطلاعات متفاوت بر اساس شرط انتخاب شده یا نشده بودن دوره برای سطر مورد نظر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A09E7F-6AD8-41CA-85EC-C8DFA7F20D68}"/>
              </a:ext>
            </a:extLst>
          </p:cNvPr>
          <p:cNvSpPr txBox="1"/>
          <p:nvPr/>
        </p:nvSpPr>
        <p:spPr>
          <a:xfrm>
            <a:off x="8179009" y="3974309"/>
            <a:ext cx="3622623" cy="30777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1. منوی ویرایش عادی که دوره ای براش انتخاب نشده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D85CFD-6C33-49E0-8DEA-ECF19191113D}"/>
              </a:ext>
            </a:extLst>
          </p:cNvPr>
          <p:cNvSpPr txBox="1"/>
          <p:nvPr/>
        </p:nvSpPr>
        <p:spPr>
          <a:xfrm>
            <a:off x="8179009" y="4394783"/>
            <a:ext cx="3622623" cy="52322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2. منوی ویرایش پیشرفته که دوره انتخاب شده و میتوان در اینجا در صورت نیاز دوره را تغیر داد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03A3CA-DE77-4D4C-8693-5EA59EDA24BC}"/>
              </a:ext>
            </a:extLst>
          </p:cNvPr>
          <p:cNvSpPr txBox="1"/>
          <p:nvPr/>
        </p:nvSpPr>
        <p:spPr>
          <a:xfrm>
            <a:off x="3252865" y="5514463"/>
            <a:ext cx="321665" cy="30777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1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0F9CAD-F7B2-4BA5-BC88-9ABADED76A50}"/>
              </a:ext>
            </a:extLst>
          </p:cNvPr>
          <p:cNvSpPr txBox="1"/>
          <p:nvPr/>
        </p:nvSpPr>
        <p:spPr>
          <a:xfrm>
            <a:off x="7257737" y="5514463"/>
            <a:ext cx="321665" cy="30777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2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A867DA-69C8-4A9B-A9A8-07FABB07F1EC}"/>
              </a:ext>
            </a:extLst>
          </p:cNvPr>
          <p:cNvSpPr txBox="1"/>
          <p:nvPr/>
        </p:nvSpPr>
        <p:spPr>
          <a:xfrm>
            <a:off x="5368976" y="4338057"/>
            <a:ext cx="321665" cy="307777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3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C2733-0CB5-49B5-A587-D3D9C16B5DAD}"/>
              </a:ext>
            </a:extLst>
          </p:cNvPr>
          <p:cNvSpPr txBox="1"/>
          <p:nvPr/>
        </p:nvSpPr>
        <p:spPr>
          <a:xfrm>
            <a:off x="8179009" y="5531522"/>
            <a:ext cx="3622623" cy="73866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1"/>
            <a:r>
              <a:rPr lang="fa-IR" sz="1400" dirty="0">
                <a:solidFill>
                  <a:srgbClr val="FF0000"/>
                </a:solidFill>
              </a:rPr>
              <a:t>3. با زدن این گزینه صفحه ای به مشابه صفحه انتخاب دوره با عنوان انتخاب دوره جدید باز میشه و میتوان دوره ثبت شده مجددا انتخاب نمود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708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354</Words>
  <Application>Microsoft Office PowerPoint</Application>
  <PresentationFormat>Widescreen</PresentationFormat>
  <Paragraphs>25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erfan</dc:creator>
  <cp:lastModifiedBy>erfan</cp:lastModifiedBy>
  <cp:revision>20</cp:revision>
  <dcterms:created xsi:type="dcterms:W3CDTF">2025-06-02T04:47:31Z</dcterms:created>
  <dcterms:modified xsi:type="dcterms:W3CDTF">2025-12-07T11:28:15Z</dcterms:modified>
</cp:coreProperties>
</file>